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2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AULA 03 — REVISÃO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classificação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" y="36576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ROC, AUC, Precisão-Recall, AP e log-loss — quiz e os conceitos em código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· Aula 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filtro de spam entrega para cada e-mail, ANTES de decidir?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final: spam ou não spam.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nota (probabilidade) de quão provável é ser spam.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onde o e-mail será arquivado.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palavras suspeitas no texto.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filtro de spam entrega para cada e-mail, ANTES de decidir?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final: spam ou não spam.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Uma nota (probabilidade) de quão provável é ser spam.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onde o e-mail será arquivado.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palavras suspeitas no texto.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que "o modelo ordena bem" significa que: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spams recebem nota maior que os e-mails bons.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spams recebem nota acima de 50.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acerta 100% dos casos.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e-mails ficam em ordem alfabética.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que "o modelo ordena bem" significa que: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Os spams recebem nota maior que os e-mails bons.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spams recebem nota acima de 50.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acerta 100% dos casos.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e-mails ficam em ordem alfabética.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limiar (marcar mais e-mails como spam) tende 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recall e aumentar a precisão.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recall e reduzir a precisão.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recall e a precisão juntos.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mudar o recall nem a precisão.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limiar (marcar mais e-mails como spam) tende 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recall e aumentar a precisão.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Aumentar o recall e reduzir a precisão.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recall e a precisão juntos.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mudar o recall nem a precisão.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baixar o limiar sobe o recall e desce a precisão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spam de 10 e-mails: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spams e 6 bons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Marcamos como spam quem fica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limiar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Spams: 0,90 · 0,80 · 0,60 · 0,40   |   Bons: 0,50 · 0,45 · 0,30 · 0,20 · 0,10 · 0,05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88920"/>
          <a:ext cx="11000232" cy="17007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Marcados como spam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(pegou os spams)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 (acertou o alarme)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 (exigente)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(só 0,90 e 0,80)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 = 0,50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= 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 (baixo)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(os 4 spams + 2 bons)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= 1,00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4/6 = 0,67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limiar = ser menos exigente → marca mais e-mails: pega TODOS os spams (recall 0,50 → 1,00), mas joga 2 bons no spam (precisão 1,00 → 0,67). Recall e precisão andam em sentidos opostos — é o trade-off da Aula 2.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filtro de spam, um Falso Positivo (FP) é: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spam que passou para a caixa de entrada.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spam corretamente detectado.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bom que foi jogado no spam.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bom que ficou na caixa de entrada.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filtro de spam, um Falso Positivo (FP) é: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spam que passou para a caixa de entrada.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spam corretamente detectado.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Um e-mail bom que foi jogado no spam.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e-mail bom que ficou na caixa de entrada.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AUC = 0,5 indica que o modelo: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perfeito.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 metade das previsões.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precisão de 50%.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ordena melhor que o acaso (uma moeda).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AUC = 0,5 indica que o modelo: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perfeito.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 metade das previsões.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precisão de 50%.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Não ordena melhor que o acaso (uma moeda).     ✓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ROC coloca, ao variar o corte: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(acerto nos positivos) contra o falso alarme.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contra recall.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contra o limiar.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contra a AUC.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ROC coloca, ao variar o corte: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Recall (acerto nos positivos) contra o falso alarme.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contra recall.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contra o limiar.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contra a AUC.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classe positiva é RARA, qual visão é mais honesta?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ROC e a AUC.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PR (precisão-recall) e a AP.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log-loss apenas.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classe positiva é RARA, qual visão é mais honesta?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ROC e a AUC.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A curva PR (precisão-recall) e a AP.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log-loss apenas.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log-loss serve principalmente para: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quantos acertos o modelo teve.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se a nota (probabilidade) é confiável, punindo o erro confiante.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os e-mails por tamanho.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limiar ótimo automaticamente.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resposta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97280"/>
          </a:xfrm>
          <a:prstGeom prst="roundRect">
            <a:avLst>
              <a:gd name="adj" fmla="val 75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log-loss serve principalmente para: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457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quantos acertos o modelo teve.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 Medir se a nota (probabilidade) é confiável, punindo o erro confiante.     ✓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os e-mails por tamanho.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 </a:t>
            </a:r>
            <a:r>
              <a:rPr lang="en-US" sz="1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limiar ótimo automaticamente.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conceitos no Python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pronto para copiar (scikit-learn).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nota do modelo e o limiar (ligação com a Aula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classificador dá uma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(probabilidade)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transforma em decisão.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11002975" cy="2103120"/>
          </a:xfrm>
          <a:prstGeom prst="roundRect">
            <a:avLst>
              <a:gd name="adj" fmla="val 3913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9748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LogisticRegression(max_iter=1000).fit(X_train, y_train)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 = modelo.predict_proba(X_test)[:, 1]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nota da classe positiva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  = (proba &gt;= 0.5).astype(int) 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decisão no limiar 0,5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confusão, precisão e recall (Aula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1002975" cy="2377440"/>
          </a:xfrm>
          <a:prstGeom prst="roundRect">
            <a:avLst>
              <a:gd name="adj" fmla="val 3462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confusion_matrix, precision_score, recall_score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print(confusion_matrix(y_test, pred))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[[TN, FP], [FN, TP]]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print("precisão:", precision_score(y_test, pred))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print("recall:  ", recall_score(y_test, pred))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mudar o 0.5 por 0.3 ou 0.7 move o trade-off recall x precisão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e AUC — o modelo ordena bem, sem depender do corte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194560"/>
          </a:xfrm>
          <a:prstGeom prst="roundRect">
            <a:avLst>
              <a:gd name="adj" fmla="val 375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271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roc_curve, roc_auc_score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fpr, tpr, limiares = roc_curve(y_test, proba)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falso alarme x recall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roc_auc_score(y_test, proba)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print("AUC:", round(auc, 3))     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0,5 = acaso; 1,0 = perfeito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probabilidade de o modelo dar nota maior a um positivo do que a um negativo sorteados ao acaso.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Precisão-Recall e AP — a visão honesta quando o positivo é raro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194560"/>
          </a:xfrm>
          <a:prstGeom prst="roundRect">
            <a:avLst>
              <a:gd name="adj" fmla="val 375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2714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precision_recall_curve, average_precision_score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prec, rec, limiares = precision_recall_curve(y_test, proba)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 = average_precision_score(y_test, proba)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print("AP:", round(ap, 3))       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área sob a curva PR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pouquíssimos positivos, a ROC pode parecer ótima; a curva PR mostra o custo real dos falsos positivos.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Log-loss — a nota é confiável?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103120"/>
          </a:xfrm>
          <a:prstGeom prst="roundRect">
            <a:avLst>
              <a:gd name="adj" fmla="val 3913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log_loss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print("log-loss:", round(log_loss(y_test, proba), 3))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quanto MENOR, melhor: probabilidades mais confiáveis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 pune com força o erro CONFIANTE (dizer 0,99 e errar)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limiar pelo objetivo do negócio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eu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exijo recall ≥ 0,90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(quase não deixar spam passar). Qual limiar usar?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11002975" cy="2377440"/>
          </a:xfrm>
          <a:prstGeom prst="roundRect">
            <a:avLst>
              <a:gd name="adj" fmla="val 3462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97480"/>
            <a:ext cx="102714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prec, rec, limiares = precision_recall_curve(y_test, proba)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= rec[:-1] &gt;= 0.90       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limiares que garantem recall &gt;= 0,90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limiar = limiares[ok].max() 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mais alto (mais preciso) entre eles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print("limiar escolhido:", round(limiar, 3))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18/08/2026    ·   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métrica para qual pergunta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9144000" cy="91440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pergunta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 ordena bem, sem fixar um corte?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e 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positivo é raro — qual o custo real?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PR e 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probabilidades são confiáveis?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tenho um corte — quantos acertos/erros?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confusão, precisão,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quase sempre um par: uma métrica de ranqueamento (AUC/AP) + uma no limiar escolhido (precisão/recall).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C260C8-274B-45BE-A9FD-BA46C00D24B6}"/>
</file>

<file path=customXml/itemProps2.xml><?xml version="1.0" encoding="utf-8"?>
<ds:datastoreItem xmlns:ds="http://schemas.openxmlformats.org/officeDocument/2006/customXml" ds:itemID="{5E1B9B0D-94D0-41B3-AF7A-50A36DEE8C09}"/>
</file>

<file path=customXml/itemProps3.xml><?xml version="1.0" encoding="utf-8"?>
<ds:datastoreItem xmlns:ds="http://schemas.openxmlformats.org/officeDocument/2006/customXml" ds:itemID="{BEFB356A-63C3-4E86-949D-2F43E0EB5B3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Microsoft Office PowerPoint</Application>
  <PresentationFormat>Widescreen</PresentationFormat>
  <Paragraphs>243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3 - Revisão</dc:title>
  <dc:subject>PptxGenJS Presentation</dc:subject>
  <dc:creator>Consultoria</dc:creator>
  <cp:lastModifiedBy>Giovani Giulio Tristão Thibes Vieira</cp:lastModifiedBy>
  <cp:revision>2</cp:revision>
  <dcterms:created xsi:type="dcterms:W3CDTF">2026-08-17T22:38:13Z</dcterms:created>
  <dcterms:modified xsi:type="dcterms:W3CDTF">2026-08-18T11:03:00Z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